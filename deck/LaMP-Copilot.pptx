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303f429-4f10-fff8-7df4-34525332c0e5}">
          <p14:sldIdLst>
            <p14:sldId id="256"/>
            <p14:sldId id="257"/>
          </p14:sldIdLst>
        </p14:section>
        <p14:section name="Problem" id="{1c2608b9-71a8-1577-1da8-3bae965924c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0dd441df-b5e9-2e14-c3cf-f680540950ea}">
          <p14:sldIdLst>
            <p14:sldId id="264"/>
            <p14:sldId id="265"/>
          </p14:sldIdLst>
        </p14:section>
        <p14:section name="How it works" id="{95940944-0c99-2a9c-506a-3fc88170b82d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e0d02558-d7da-81e1-64cc-1e86ff2cb32b}">
          <p14:sldIdLst>
            <p14:sldId id="271"/>
            <p14:sldId id="272"/>
          </p14:sldIdLst>
        </p14:section>
        <p14:section name="Trust" id="{92d14c0f-f28e-4def-2c01-6aa94eafc2dc}">
          <p14:sldIdLst>
            <p14:sldId id="273"/>
            <p14:sldId id="274"/>
          </p14:sldIdLst>
        </p14:section>
        <p14:section name="Market" id="{1f907237-25e7-24cb-09c0-75310751fb7f}">
          <p14:sldIdLst>
            <p14:sldId id="275"/>
            <p14:sldId id="276"/>
            <p14:sldId id="277"/>
            <p14:sldId id="278"/>
          </p14:sldIdLst>
        </p14:section>
        <p14:section name="Close" id="{18287d4d-b312-4c31-033c-53b84ee793ea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 (2.2% of the gap), supplier credit BDT 492 (6.0%).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days; no reply by Thu 22 Oct and LaMP proposes the loan. The owner approves with a PIN.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a purpose-blind lender funds BDT 19,000; LaMP funds BDT 8,200, the stock that sells.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75.2% advance offer; a 35% repayment ceiling refuses loans the shop can't carry.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per lender and scope, withdrawable (PDPO 2025); a registry stops double financing.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hash-chained audit log · 336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structurally impossible and blocks double financing in its registry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 in a hash chain anyone can verify.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 with PIN, Pause, consent, duplicate guard, hash-chained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336 / 336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26 / 26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red-team attacks held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hash-chained and verifiable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event, with its tier and chain hash, is exported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lend and order only what sells before expiry, so BDT 19,000 of need becomes BDT 8,200.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review; all 26 attacks in our red-team run held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2026-10-20T01:48:59Z</dcterms:created>
  <dcterms:modified xsi:type="dcterms:W3CDTF">2026-10-20T01:48:59Z</dcterms:modified>
</cp:coreProperties>
</file>