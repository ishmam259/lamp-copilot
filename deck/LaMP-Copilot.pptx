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e4ba773-6d28-ec36-10a3-fee70275536e}">
          <p14:sldIdLst>
            <p14:sldId id="256"/>
            <p14:sldId id="257"/>
          </p14:sldIdLst>
        </p14:section>
        <p14:section name="Problem" id="{68c371f8-a2b1-4f3e-f01f-b8f14203c76f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b6bc61dc-97ff-a3e5-08b3-f722bb53514a}">
          <p14:sldIdLst>
            <p14:sldId id="264"/>
            <p14:sldId id="265"/>
          </p14:sldIdLst>
        </p14:section>
        <p14:section name="How it works" id="{b343cb3d-e7b6-24b6-9e55-c34435f775de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b0f4f011-bfec-e37d-6c07-e936a27244b3}">
          <p14:sldIdLst>
            <p14:sldId id="271"/>
            <p14:sldId id="272"/>
          </p14:sldIdLst>
        </p14:section>
        <p14:section name="Trust" id="{b4af7791-6237-2e3b-f803-c8bdb9609af1}">
          <p14:sldIdLst>
            <p14:sldId id="273"/>
            <p14:sldId id="274"/>
          </p14:sldIdLst>
        </p14:section>
        <p14:section name="Market" id="{a56c6b51-1f4d-f535-091b-eb2f35904db2}">
          <p14:sldIdLst>
            <p14:sldId id="275"/>
            <p14:sldId id="276"/>
            <p14:sldId id="277"/>
            <p14:sldId id="278"/>
          </p14:sldIdLst>
        </p14:section>
        <p14:section name="Close" id="{133f52d8-8ad3-9fa5-da12-b22bf3d80480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$ 3.3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MAT Q1 2026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~11%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4-year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1.83%+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213 working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Thin 10–15% Margins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Chemists are publicly demanding a higher commission from drug makers.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supplier credit from 10–50 drug companies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IQVIA MAT Q1 2026 (via industry reports); BAPI; DGDA (via Financial Express, Innovision);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MUST LEND 27% TO CMSMES BY 2029, BUT THE SHARE FELL TO 15.9% IN MARCH 2026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182, bank supplier credit BDT 492.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days, with the wallet loan as the day-7 fallback. The owner approves each step.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lender's rule turns that into a 75.2% advance; the lender decides in its own view.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lenders the owner switches on; withdrawable any time (PDPO 2025).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registry locks each invoice so it can't be financed twice.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live audit log · 73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and double financing structurally impossible, not just against the rules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Approvals, consent, duplicate guard, audit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73 / 73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 change logged and streamed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 lender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consent, withdrawable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 is exported with its tier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rate and days to expiry decide how much will sell; orders and credit are sized on that.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 and red-team tests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2026-10-18T06:49:43Z</dcterms:created>
  <dcterms:modified xsi:type="dcterms:W3CDTF">2026-10-18T06:49:43Z</dcterms:modified>
</cp:coreProperties>
</file>