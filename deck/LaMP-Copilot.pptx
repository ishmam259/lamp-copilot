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02be7c4-5cb3-1ddd-1722-29bcc13a5973}">
          <p14:sldIdLst>
            <p14:sldId id="256"/>
            <p14:sldId id="257"/>
          </p14:sldIdLst>
        </p14:section>
        <p14:section name="Problem" id="{b3b3e0e1-3425-2088-a7eb-f58d19b5040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d660e4fb-473d-0ede-ae04-903e9c2c1c81}">
          <p14:sldIdLst>
            <p14:sldId id="264"/>
            <p14:sldId id="265"/>
          </p14:sldIdLst>
        </p14:section>
        <p14:section name="How it works" id="{05f284ef-aeed-0de9-c5ec-9b639dcea220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361e3b29-2a00-8073-52bd-6bb957894640}">
          <p14:sldIdLst>
            <p14:sldId id="271"/>
            <p14:sldId id="272"/>
          </p14:sldIdLst>
        </p14:section>
        <p14:section name="Trust" id="{4dd0ef76-4ba4-e389-2d47-3942fa806ef3}">
          <p14:sldIdLst>
            <p14:sldId id="273"/>
            <p14:sldId id="274"/>
          </p14:sldIdLst>
        </p14:section>
        <p14:section name="Market" id="{c12f8138-df50-c516-1c9e-3db6e2e99313}">
          <p14:sldIdLst>
            <p14:sldId id="275"/>
            <p14:sldId id="276"/>
            <p14:sldId id="277"/>
            <p14:sldId id="278"/>
          </p14:sldIdLst>
        </p14:section>
        <p14:section name="Close" id="{d3ee7aa7-30fc-2216-87ab-ebc49eddb536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Fri 23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249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and double financing structurally impossible, not just against the rules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249 / 249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2026-10-19T11:36:26Z</dcterms:created>
  <dcterms:modified xsi:type="dcterms:W3CDTF">2026-10-19T11:36:26Z</dcterms:modified>
</cp:coreProperties>
</file>