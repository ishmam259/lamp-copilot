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37ea516-9ccc-6a2f-aa19-7b1f5f20aa82}">
          <p14:sldIdLst>
            <p14:sldId id="256"/>
            <p14:sldId id="257"/>
          </p14:sldIdLst>
        </p14:section>
        <p14:section name="Problem" id="{afd82b9d-2fc3-4596-f04b-b0e0dde13c7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e9d03c94-5998-6e6d-22d7-fdbe02240347}">
          <p14:sldIdLst>
            <p14:sldId id="264"/>
            <p14:sldId id="265"/>
          </p14:sldIdLst>
        </p14:section>
        <p14:section name="How it works" id="{240a7290-813b-1bdb-3215-dcbf32fa0b21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dd173e1e-b0fc-a583-7f21-37c9b9ebbac0}">
          <p14:sldIdLst>
            <p14:sldId id="271"/>
            <p14:sldId id="272"/>
          </p14:sldIdLst>
        </p14:section>
        <p14:section name="Trust" id="{3140f10a-89f7-0ce1-6979-15541a1cd212}">
          <p14:sldIdLst>
            <p14:sldId id="273"/>
            <p14:sldId id="274"/>
          </p14:sldIdLst>
        </p14:section>
        <p14:section name="Market" id="{495e1a6d-6ea4-1526-b5b3-1958920b8d15}">
          <p14:sldIdLst>
            <p14:sldId id="275"/>
            <p14:sldId id="276"/>
            <p14:sldId id="277"/>
            <p14:sldId id="278"/>
          </p14:sldIdLst>
        </p14:section>
        <p14:section name="Close" id="{c8a181f1-1b94-24ab-0d58-6555c33a50da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 (2.2% of the gap), supplier credit BDT 492 (6.0%).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days; no reply by Thu 22 Oct and LaMP proposes the loan. The owner approves with a PIN.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a purpose-blind lender funds BDT 19,000; LaMP funds BDT 8,200, the stock that sells.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75.2% advance offer; a 35% repayment ceiling refuses loans the shop can't carry.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per lender and scope, withdrawable (PDPO 2025); a registry stops double financing.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hash-chained audit log · 370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structurally impossible and blocks double financing in its registry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 in a hash chain anyone can verify.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 with PIN, Pause, consent, duplicate guard, hash-chained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370 / 370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26 / 26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red-team attacks held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hash-chained and verifiable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event, with its tier and chain hash, is exported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lend and order only what sells before expiry, so BDT 19,000 of need becomes BDT 8,200.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review; all 26 attacks in our red-team run held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2026-10-20T04:34:45Z</dcterms:created>
  <dcterms:modified xsi:type="dcterms:W3CDTF">2026-10-20T04:34:45Z</dcterms:modified>
</cp:coreProperties>
</file>