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70c2c66-0d18-27fa-2117-bfac1ec6e0f5}">
          <p14:sldIdLst>
            <p14:sldId id="256"/>
            <p14:sldId id="257"/>
          </p14:sldIdLst>
        </p14:section>
        <p14:section name="Problem" id="{1ff686da-1aee-3a80-541c-25cfe02e19e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ad9c8678-34d4-db4a-5686-e29da9627fba}">
          <p14:sldIdLst>
            <p14:sldId id="264"/>
            <p14:sldId id="265"/>
          </p14:sldIdLst>
        </p14:section>
        <p14:section name="How it works" id="{fb7e25bd-ff96-789d-e6e9-033ab5e53671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9f599bf3-0d1a-d67b-df78-c82024229223}">
          <p14:sldIdLst>
            <p14:sldId id="271"/>
            <p14:sldId id="272"/>
          </p14:sldIdLst>
        </p14:section>
        <p14:section name="Trust" id="{3365e9bc-e655-01db-7c60-ee8f0eb59c85}">
          <p14:sldIdLst>
            <p14:sldId id="273"/>
            <p14:sldId id="274"/>
          </p14:sldIdLst>
        </p14:section>
        <p14:section name="Market" id="{89604d48-26dd-46e5-d903-2d7d964ed600}">
          <p14:sldIdLst>
            <p14:sldId id="275"/>
            <p14:sldId id="276"/>
            <p14:sldId id="277"/>
            <p14:sldId id="278"/>
          </p14:sldIdLst>
        </p14:section>
        <p14:section name="Close" id="{efb5a669-ed42-19d2-846d-a5550dad6a9c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Thu 22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301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structurally impossible and blocks double financing in its registry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301 / 301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2026-10-19T18:25:44Z</dcterms:created>
  <dcterms:modified xsi:type="dcterms:W3CDTF">2026-10-19T18:25:44Z</dcterms:modified>
</cp:coreProperties>
</file>